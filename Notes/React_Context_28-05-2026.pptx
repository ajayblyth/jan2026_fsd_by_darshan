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2377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931920" y="1371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 ·  Prop Drilling  ·  Context  ·  useContext  ·  Global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468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examples, real understanding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7548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0424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Quick Recap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3167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how they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73936"/>
            <a:ext cx="47548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7393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810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here to solve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475488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4203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578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8529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React's built-in solution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47548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1012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 Hook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6210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context in any component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78224"/>
            <a:ext cx="47548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7822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 Pattern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3891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clean, production-ready approach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20240"/>
            <a:ext cx="64008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Quick Recap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talk about the problem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Props?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 properties — how data flows from parent to child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45820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data passed from a </a:t>
            </a:r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component to a </a:t>
            </a:r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component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4133088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892808"/>
            <a:ext cx="391363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— has the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username = 'Alice'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&lt;Greeting name={username}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— receives via props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Greeting({ name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&lt;h1&gt;Hello, {name}!&lt;/h1&gt;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Hello, Alice!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801368"/>
            <a:ext cx="41605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801368"/>
            <a:ext cx="416052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96596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45736" y="235000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→ Child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807208"/>
            <a:ext cx="41605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807208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97180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45736" y="335584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cannot modify props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3813048"/>
            <a:ext cx="41605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3813048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397764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45736" y="43616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number, object, function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20240"/>
            <a:ext cx="64008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that Context exists to solve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Prop Drilling?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passed through components that don't need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36576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(has username)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581912"/>
            <a:ext cx="0" cy="2468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28800"/>
            <a:ext cx="32918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288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359152"/>
            <a:ext cx="0" cy="2468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606040"/>
            <a:ext cx="29260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6060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136392"/>
            <a:ext cx="0" cy="2468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3383280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3832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UserCard ← needs username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passed down every level 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005840"/>
            <a:ext cx="4480560" cy="384048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115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80560" y="16642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618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and Page don't use username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22311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1854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receive it just to pass it along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279806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7523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another prop? Change every level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336499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319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it? Change everywhere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80560" y="39319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886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levels, 20 shared values = chaos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 in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middle component receives username just to pass it 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845820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823874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username lives in App — UserCard needs it — 3 levels apart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username = 'Alice'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&lt;Layout username={username} /&gt;   // pass it down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Layout({ username }) {           // doesn't use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&lt;Page username={username} /&gt;     // just passing it along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Page({ username }) {             // doesn't use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&lt;UserCard username={username} /&gt; // just passing it along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UserCard({ username }) {         // finally uses it!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&lt;p&gt;Logged in as: {username}&lt;/p&gt;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20240"/>
            <a:ext cx="64008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React's built-in solution to prop drilling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Context API?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component can read the value directly — no passing through middle layers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45820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a broadcast signal. The Parent broadcasts a value. Any component tunes in directly.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74320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20240"/>
            <a:ext cx="27432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context channel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2468880" cy="384048"/>
          </a:xfrm>
          <a:prstGeom prst="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1920240"/>
            <a:ext cx="274320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192024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Context.Provider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the value — wraps your components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4206240"/>
            <a:ext cx="2468880" cy="384048"/>
          </a:xfrm>
          <a:prstGeom prst="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Context.Provider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1920240"/>
            <a:ext cx="274320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25896" y="192024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63056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component reads the value directly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63056" y="4206240"/>
            <a:ext cx="2468880" cy="384048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useContext()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20240"/>
            <a:ext cx="64008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  ·  Provider  ·  useContext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to use Context in your app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createContext()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context channel — one line of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6634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44439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UserContext.js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createContext } from 'react'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UserContext = createContext(null)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UserContext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1005840"/>
            <a:ext cx="3611880" cy="2286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115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1572768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527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Context object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49240" y="2075688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029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value (null) is used only if no Provider is above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49240" y="2578608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532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it so other files can use 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49240" y="3081528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convention: name ends with Context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84582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566160"/>
            <a:ext cx="8238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Context object has two things you need: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UserContext.Provider  — to provide the 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useContext(UserContext) — to read the value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Context.Provider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components. Pass the value. Middle components need nothing.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4582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823874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UserContext from './UserContext'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username = 'Alice'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Wrap with Provider — pass username as 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&lt;UserContext.Provider value={username}&gt;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&lt;Layout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No username prop needed here! */}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&lt;/UserContext.Provider&gt;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3977640"/>
            <a:ext cx="411480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15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&lt;Layout username={username} /&gt;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977640"/>
            <a:ext cx="411480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43159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&lt;Layout /&gt;   // clean — no props!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useContext()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component inside the Provider reads the value directly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66344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444398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useContext } from 'react'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UserContext from './UserContext'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UserCard()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Read from context — no props!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username = useContext(UserContext)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&lt;p&gt;Logged in as: {username}&lt;/p&gt;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1005840"/>
            <a:ext cx="3611880" cy="24688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115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useContext works: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1572768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42432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Context object as argument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49240" y="2048256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42432" y="2048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nearest Provider above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49240" y="2523744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42432" y="25237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its current value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49240" y="2999232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42432" y="29992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 when value changes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845820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49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 — No Props Through Middle Components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059936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(Provider)  →  Layout (nothing)  →  Page (nothing)  →  UserCard (useContext reads 'Alice')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Multiple Values — Use an Object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data AND update functions through context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800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45811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[username, setUsername] = useState('Alice')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Pass object with value + setter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&lt;UserContext.Provider value={{ username, setUsername }}&gt;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&lt;Layout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&lt;/UserContext.Provider&gt;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7490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8928" y="1097280"/>
            <a:ext cx="352958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UserCard()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username, setUsername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useContext(UserContext)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&lt;p&gt;Hello, {username}&lt;/p&gt;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setUsername('Bob')}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Switch User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749040"/>
            <a:ext cx="845820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8404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setUsername is called, App's state updates → Provider value updates → UserCard re-renders with new username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20240"/>
            <a:ext cx="64008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 Pattern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context — the clean way to organise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Context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for one context in one dedicated file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458200" cy="62179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contains: createContext + Provider component (with state) + custom hook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74320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828800"/>
            <a:ext cx="27432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" y="23774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context channel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" y="2971800"/>
            <a:ext cx="24871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ThemeContext = createContext(null)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1828800"/>
            <a:ext cx="274320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182880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Component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00984" y="23774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state, wraps children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00984" y="2971800"/>
            <a:ext cx="24871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2424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ThemeProvider({ children })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25896" y="1828800"/>
            <a:ext cx="274320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25896" y="182880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53912" y="23774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useContext, clean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53912" y="2971800"/>
            <a:ext cx="24871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useTheme()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ThemeContext.jsx — Complete 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mode — the classic context example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75488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453542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createContext, useState,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useContext } from 'react'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Create the context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ThemeContext = createContext(null)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Provider manages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ThemeProvider({ children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[theme, setTheme] = useState('light')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toggleTheme =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setTheme(p =&gt; p==='light' ? 'dark':'light')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&lt;ThemeContext.Provider value={{ theme, toggleTheme }}&gt;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&lt;/ThemeContext.Provider&gt;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3: Custom hook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useTheme()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useContext(ThemeContext)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1005840"/>
            <a:ext cx="36118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66360" y="1005840"/>
            <a:ext cx="36118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1808" y="11155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21808" y="1609344"/>
            <a:ext cx="3310128" cy="6858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6733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kept private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40680" y="19110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hook is exported — not the raw context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21808" y="2386584"/>
            <a:ext cx="3310128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4505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here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40680" y="2688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 owns theme + toggleTheme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21808" y="3163824"/>
            <a:ext cx="3310128" cy="6858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32278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 = clean 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40680" y="34655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call useTheme(), not useContext(ThemeContext)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21808" y="3941064"/>
            <a:ext cx="3310128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40050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import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40680" y="42428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{ useTheme } from './ThemeContext'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Context in Components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once. Call the hook. Done.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main.jsx — wrap the 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605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53312"/>
            <a:ext cx="39410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ThemeProvider } from './ThemeContext'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&lt;ThemeProvider&gt;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&lt;App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&lt;/ThemeProvider&gt;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Navbar.jsx — uses toggle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761488"/>
            <a:ext cx="416052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852928"/>
            <a:ext cx="394106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useTheme } from './ThemeContext'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Navbar()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theme, toggleTheme } = useTheme()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 style={{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background: theme==='dark'?'#111':'#eee'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onClick={toggleTheme}&gt;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Toggle Theme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&lt;/nav&gt;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Footer.jsx — reads theme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148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353312"/>
            <a:ext cx="389534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useTheme } from './ThemeContext'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Footer()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theme } = useTheme()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&lt;footer style={{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color: theme==='dark'?'white':'black'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© 2025 My 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&lt;/footer&gt;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3566160"/>
            <a:ext cx="4114800" cy="13441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63931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Navbar and Footer both read theme.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toggleTheme is called, BOTH re-render.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props. No drilling. Completely decoupled.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Contexts — Stack the Providers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context per concern: User, Theme, Auth…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754880" cy="3063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453542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main.jsx — stack providers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UserProvider }  from './UserContext'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ThemeProvider } from './ThemeContext'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ReactDOM.createRoot(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document.getElementById('root')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).render(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&lt;UserProvider&gt;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&lt;ThemeProvider&gt;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&lt;App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&lt;/ThemeProvider&gt;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&lt;/UserProvider&gt;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1005840"/>
            <a:ext cx="3611880" cy="3063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76088" y="1097280"/>
            <a:ext cx="339242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 component can use both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useUser }  from './UserContext'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useTheme } from './ThemeContext'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Header()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 }   = useUser()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theme }  = useTheme()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&lt;header style={{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background: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theme==='dark'?'#111':'#fff'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Welcome, {user.name}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&lt;/header&gt;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4206240"/>
            <a:ext cx="84582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270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One context per concern. UserContext handles user data. ThemeContext handles the theme. Keep them separate — easy to maintain.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 — Add a Safety Guard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'forgot to add Provider' error immediately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7548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453542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guard — silent bug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useTheme()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useContext(ThemeContext)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returns null if no Provider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theme.toggleTheme() → crashes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guard — clear error message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useTheme()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context = useContext(ThemeContext)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(context === null)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'useTheme must be inside ThemeProvider'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1005840"/>
            <a:ext cx="36118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66360" y="1005840"/>
            <a:ext cx="36118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1808" y="1133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21808" y="1645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609344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null.theme crashes with confusing error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21808" y="21762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39696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it: 'useTheme must be inside ThemeProvider' — instantly clear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21808" y="27066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67004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debugging time for you and your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21808" y="32369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20040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this in real projects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886200"/>
            <a:ext cx="845820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77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Add this guard to every custom context hook you write. It takes 3 lines and saves hours of debugging.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these before they trip you 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4582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0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 above component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Reads default (null) → silent bug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90672" y="1143000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wrap in Provider in main.jsx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8458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83080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37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 inside component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1305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Re-creates on every render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90672" y="1920240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8745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Call createContext at module level — outside any function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84582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60320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15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exporting custom hook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9077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import {useTheme} fails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90672" y="2697480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65176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export function useTheme() { ... 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37560"/>
            <a:ext cx="8458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337560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92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value, need multiple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3685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Can't share setter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90672" y="3474720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42900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 object: value={{ theme, toggleTheme }}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84582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14800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69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import context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4462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useContext(undefined)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90672" y="4251960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42062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the custom hook — it handles the import for you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vs Context vs Redux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 for the job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1–2 levels deep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explicit data flow. Direct parent-child.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246888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157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Explicit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46888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Only one level at a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7432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1005840"/>
            <a:ext cx="27432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115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10128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Many levels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data: theme, user, language, auth.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2670048"/>
            <a:ext cx="246888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7157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drilling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into React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setup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3474720"/>
            <a:ext cx="246888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All consumers re-render on change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25896" y="1005840"/>
            <a:ext cx="27432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100584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1115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/ RTK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63056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Large apps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63056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state, frequent updates, large teams.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2670048"/>
            <a:ext cx="246888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27157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Powerful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DevTools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3474720"/>
            <a:ext cx="246888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More setup needed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— Everything in One Slide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458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78992"/>
            <a:ext cx="173736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789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0058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One-way, parent → child. Read-only. Great for 1–2 levels.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458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64008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37360"/>
            <a:ext cx="1737360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166420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props through components that don't need them. Avoid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8458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22576"/>
            <a:ext cx="64008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395728"/>
            <a:ext cx="1737360" cy="42062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957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232257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context channel. Call at module level.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980944"/>
            <a:ext cx="8458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80944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54096"/>
            <a:ext cx="17373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540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Context.Provider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298094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the value. Wraps the part of your tree that needs 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458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639312"/>
            <a:ext cx="64008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712464"/>
            <a:ext cx="1737360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7124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363931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value. Call inside any component inside the Provider.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297680"/>
            <a:ext cx="8458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29768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4370832"/>
            <a:ext cx="17373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3708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31720" y="429768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useContext in useTheme(), useUser(). Clean. Reusable.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Pattern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3677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createContext()  →  Provider (value)  →  useContext()  →  Custom Hook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2468880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06040"/>
            <a:ext cx="246888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614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21868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channel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2606040"/>
            <a:ext cx="2468880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606040"/>
            <a:ext cx="24688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7614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21868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the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606040"/>
            <a:ext cx="2468880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606040"/>
            <a:ext cx="24688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7614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21868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anywhere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2026-05-27T16:13:19Z</dcterms:created>
  <dcterms:modified xsi:type="dcterms:W3CDTF">2026-05-27T16:13:19Z</dcterms:modified>
</cp:coreProperties>
</file>